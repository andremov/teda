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068" autoAdjust="0"/>
  </p:normalViewPr>
  <p:slideViewPr>
    <p:cSldViewPr>
      <p:cViewPr varScale="1">
        <p:scale>
          <a:sx n="114" d="100"/>
          <a:sy n="114" d="100"/>
        </p:scale>
        <p:origin x="22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A5BBA-8595-440A-907E-DC765A5CE764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5E46C-4DFF-4966-91A3-3C302D5D9B0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370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5E46C-4DFF-4966-91A3-3C302D5D9B0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1978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505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001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032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46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063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941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0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787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3110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101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078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4B506-D239-4F96-BF70-755FADC9CB02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F87AD-21CA-400F-85A6-4A5283B08B4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390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323528" y="260648"/>
            <a:ext cx="8496944" cy="6320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4 CuadroTexto"/>
          <p:cNvSpPr txBox="1"/>
          <p:nvPr/>
        </p:nvSpPr>
        <p:spPr>
          <a:xfrm>
            <a:off x="489552" y="595343"/>
            <a:ext cx="237624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Sustentación</a:t>
            </a:r>
          </a:p>
          <a:p>
            <a:pPr algn="ctr"/>
            <a:r>
              <a:rPr lang="es-CO" b="1" dirty="0"/>
              <a:t>Maestría </a:t>
            </a:r>
          </a:p>
          <a:p>
            <a:pPr algn="ctr"/>
            <a:r>
              <a:rPr lang="es-CO" b="1" dirty="0"/>
              <a:t>Ingeniería de Sistemas y Computación</a:t>
            </a:r>
          </a:p>
          <a:p>
            <a:endParaRPr lang="es-CO" sz="1400" i="1" dirty="0"/>
          </a:p>
          <a:p>
            <a:r>
              <a:rPr lang="es-CO" sz="1400" i="1" dirty="0"/>
              <a:t>Departamento de </a:t>
            </a:r>
          </a:p>
          <a:p>
            <a:r>
              <a:rPr lang="es-CO" sz="1400" i="1" dirty="0"/>
              <a:t>Ingeniería de Sistemas y Computación</a:t>
            </a:r>
          </a:p>
          <a:p>
            <a:endParaRPr lang="es-CO" dirty="0"/>
          </a:p>
          <a:p>
            <a:r>
              <a:rPr lang="es-CO" sz="1600" dirty="0"/>
              <a:t>Fecha: </a:t>
            </a:r>
            <a:r>
              <a:rPr lang="es-CO" sz="1600" dirty="0" err="1"/>
              <a:t>Lorem</a:t>
            </a:r>
            <a:r>
              <a:rPr lang="es-CO" sz="1600" dirty="0"/>
              <a:t> </a:t>
            </a:r>
            <a:r>
              <a:rPr lang="es-CO" sz="1600" dirty="0" err="1"/>
              <a:t>ipsum</a:t>
            </a:r>
            <a:endParaRPr lang="es-CO" sz="1600" dirty="0"/>
          </a:p>
          <a:p>
            <a:r>
              <a:rPr lang="es-CO" sz="1600" dirty="0"/>
              <a:t>Hora:  </a:t>
            </a:r>
            <a:r>
              <a:rPr lang="es-CO" sz="1500" b="1" i="1" u="sng" dirty="0"/>
              <a:t>##:## </a:t>
            </a:r>
            <a:r>
              <a:rPr lang="es-CO" sz="1500" b="1" i="1" u="sng" dirty="0" err="1"/>
              <a:t>apm</a:t>
            </a:r>
            <a:endParaRPr lang="es-CO" sz="1500" b="1" i="1" u="sng" dirty="0"/>
          </a:p>
          <a:p>
            <a:r>
              <a:rPr lang="es-CO" sz="1600" dirty="0"/>
              <a:t>Lugar: </a:t>
            </a:r>
            <a:r>
              <a:rPr lang="es-CO" sz="1600" dirty="0" err="1"/>
              <a:t>Donec</a:t>
            </a:r>
            <a:r>
              <a:rPr lang="es-CO" sz="1600" dirty="0"/>
              <a:t> </a:t>
            </a:r>
            <a:r>
              <a:rPr lang="es-CO" sz="1600" dirty="0" err="1"/>
              <a:t>laoreet</a:t>
            </a:r>
            <a:r>
              <a:rPr lang="es-CO" sz="1600" dirty="0"/>
              <a:t>  </a:t>
            </a:r>
            <a:endParaRPr lang="es-CO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481694" y="736515"/>
            <a:ext cx="3970626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" b="1" dirty="0" err="1"/>
              <a:t>Título</a:t>
            </a:r>
            <a:r>
              <a:rPr lang="en-US" sz="1150" b="1" dirty="0"/>
              <a:t> de la </a:t>
            </a:r>
            <a:r>
              <a:rPr lang="en-US" sz="1150" b="1" dirty="0" err="1"/>
              <a:t>tesis</a:t>
            </a:r>
            <a:r>
              <a:rPr lang="en-US" sz="1150" b="1" dirty="0"/>
              <a:t> </a:t>
            </a:r>
            <a:endParaRPr lang="en-US" sz="1600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3293876" y="1503977"/>
            <a:ext cx="4653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Nombre del estudiante</a:t>
            </a:r>
          </a:p>
          <a:p>
            <a:pPr algn="ctr"/>
            <a:r>
              <a:rPr lang="es-ES" sz="1200" b="1" dirty="0"/>
              <a:t>TUTORES</a:t>
            </a:r>
            <a:r>
              <a:rPr lang="es-ES" sz="1200" dirty="0"/>
              <a:t> Mauris </a:t>
            </a:r>
            <a:r>
              <a:rPr lang="es-ES" sz="1200" dirty="0" err="1"/>
              <a:t>eget</a:t>
            </a:r>
            <a:r>
              <a:rPr lang="es-ES" sz="1200" dirty="0"/>
              <a:t> neque at </a:t>
            </a:r>
            <a:r>
              <a:rPr lang="es-ES" sz="1200" dirty="0" err="1"/>
              <a:t>sem</a:t>
            </a:r>
            <a:r>
              <a:rPr lang="es-ES" sz="1200" dirty="0"/>
              <a:t> </a:t>
            </a:r>
            <a:r>
              <a:rPr lang="es-ES" sz="1200" dirty="0" err="1"/>
              <a:t>venenatis</a:t>
            </a:r>
            <a:r>
              <a:rPr lang="es-ES" sz="1200" dirty="0"/>
              <a:t> </a:t>
            </a:r>
            <a:r>
              <a:rPr lang="es-ES" sz="1200" dirty="0" err="1"/>
              <a:t>eleifend</a:t>
            </a:r>
            <a:r>
              <a:rPr lang="es-ES" sz="1200" dirty="0"/>
              <a:t> 		</a:t>
            </a:r>
            <a:endParaRPr lang="es-CO" sz="1200" dirty="0"/>
          </a:p>
          <a:p>
            <a:pPr algn="ctr"/>
            <a:r>
              <a:rPr lang="es-CO" sz="1400" i="1" dirty="0"/>
              <a:t>	</a:t>
            </a:r>
          </a:p>
        </p:txBody>
      </p:sp>
      <p:pic>
        <p:nvPicPr>
          <p:cNvPr id="12" name="11 Imagen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8" t="67940" r="68064" b="17015"/>
          <a:stretch/>
        </p:blipFill>
        <p:spPr bwMode="auto">
          <a:xfrm>
            <a:off x="754349" y="5013176"/>
            <a:ext cx="1735554" cy="10854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14 Rectángulo"/>
          <p:cNvSpPr/>
          <p:nvPr/>
        </p:nvSpPr>
        <p:spPr>
          <a:xfrm rot="5400000">
            <a:off x="5341002" y="3659775"/>
            <a:ext cx="179680" cy="519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5 Rectángulo"/>
          <p:cNvSpPr/>
          <p:nvPr/>
        </p:nvSpPr>
        <p:spPr>
          <a:xfrm>
            <a:off x="2833300" y="966052"/>
            <a:ext cx="155245" cy="5367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3063462" y="2360205"/>
            <a:ext cx="550886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 err="1"/>
              <a:t>Resumen</a:t>
            </a:r>
            <a:r>
              <a:rPr lang="en-US" sz="1100" dirty="0"/>
              <a:t> de la </a:t>
            </a:r>
            <a:r>
              <a:rPr lang="en-US" sz="1100" dirty="0" err="1"/>
              <a:t>tesis</a:t>
            </a:r>
            <a:r>
              <a:rPr lang="en-US" sz="1100" dirty="0"/>
              <a:t> Lorem ipsum dolor sit </a:t>
            </a:r>
            <a:r>
              <a:rPr lang="en-US" sz="1100" dirty="0" err="1"/>
              <a:t>amet</a:t>
            </a:r>
            <a:r>
              <a:rPr lang="en-US" sz="1100" dirty="0"/>
              <a:t>, </a:t>
            </a:r>
            <a:r>
              <a:rPr lang="en-US" sz="1100" dirty="0" err="1"/>
              <a:t>consectetuer</a:t>
            </a:r>
            <a:r>
              <a:rPr lang="en-US" sz="1100" dirty="0"/>
              <a:t> </a:t>
            </a:r>
            <a:r>
              <a:rPr lang="en-US" sz="1100" dirty="0" err="1"/>
              <a:t>adipiscing</a:t>
            </a:r>
            <a:r>
              <a:rPr lang="en-US" sz="1100" dirty="0"/>
              <a:t> </a:t>
            </a:r>
            <a:r>
              <a:rPr lang="en-US" sz="1100" dirty="0" err="1"/>
              <a:t>elit</a:t>
            </a:r>
            <a:r>
              <a:rPr lang="en-US" sz="1100" dirty="0"/>
              <a:t>. Maecenas </a:t>
            </a:r>
            <a:r>
              <a:rPr lang="en-US" sz="1100" dirty="0" err="1"/>
              <a:t>porttitor</a:t>
            </a:r>
            <a:r>
              <a:rPr lang="en-US" sz="1100" dirty="0"/>
              <a:t> </a:t>
            </a:r>
            <a:r>
              <a:rPr lang="en-US" sz="1100" dirty="0" err="1"/>
              <a:t>congue</a:t>
            </a:r>
            <a:r>
              <a:rPr lang="en-US" sz="1100" dirty="0"/>
              <a:t> </a:t>
            </a:r>
            <a:r>
              <a:rPr lang="en-US" sz="1100" dirty="0" err="1"/>
              <a:t>massa</a:t>
            </a:r>
            <a:r>
              <a:rPr lang="en-US" sz="1100" dirty="0"/>
              <a:t>. </a:t>
            </a:r>
            <a:r>
              <a:rPr lang="en-US" sz="1100" dirty="0" err="1"/>
              <a:t>Fusce</a:t>
            </a:r>
            <a:r>
              <a:rPr lang="en-US" sz="1100" dirty="0"/>
              <a:t> </a:t>
            </a:r>
            <a:r>
              <a:rPr lang="en-US" sz="1100" dirty="0" err="1"/>
              <a:t>posuere</a:t>
            </a:r>
            <a:r>
              <a:rPr lang="en-US" sz="1100" dirty="0"/>
              <a:t>, magna sed pulvinar </a:t>
            </a:r>
            <a:r>
              <a:rPr lang="en-US" sz="1100" dirty="0" err="1"/>
              <a:t>ultricies</a:t>
            </a:r>
            <a:r>
              <a:rPr lang="en-US" sz="1100" dirty="0"/>
              <a:t>, </a:t>
            </a:r>
            <a:r>
              <a:rPr lang="en-US" sz="1100" dirty="0" err="1"/>
              <a:t>purus</a:t>
            </a:r>
            <a:r>
              <a:rPr lang="en-US" sz="1100" dirty="0"/>
              <a:t> </a:t>
            </a:r>
            <a:r>
              <a:rPr lang="en-US" sz="1100" dirty="0" err="1"/>
              <a:t>lectus</a:t>
            </a:r>
            <a:r>
              <a:rPr lang="en-US" sz="1100" dirty="0"/>
              <a:t> </a:t>
            </a:r>
            <a:r>
              <a:rPr lang="en-US" sz="1100" dirty="0" err="1"/>
              <a:t>malesuada</a:t>
            </a:r>
            <a:r>
              <a:rPr lang="en-US" sz="1100" dirty="0"/>
              <a:t> libero, sit </a:t>
            </a:r>
            <a:r>
              <a:rPr lang="en-US" sz="1100" dirty="0" err="1"/>
              <a:t>amet</a:t>
            </a:r>
            <a:r>
              <a:rPr lang="en-US" sz="1100" dirty="0"/>
              <a:t> </a:t>
            </a:r>
            <a:r>
              <a:rPr lang="en-US" sz="1100" dirty="0" err="1"/>
              <a:t>commodo</a:t>
            </a:r>
            <a:r>
              <a:rPr lang="en-US" sz="1100" dirty="0"/>
              <a:t> magna eros </a:t>
            </a:r>
            <a:r>
              <a:rPr lang="en-US" sz="1100" dirty="0" err="1"/>
              <a:t>quis</a:t>
            </a:r>
            <a:r>
              <a:rPr lang="en-US" sz="1100" dirty="0"/>
              <a:t> </a:t>
            </a:r>
            <a:r>
              <a:rPr lang="en-US" sz="1100" dirty="0" err="1"/>
              <a:t>urna</a:t>
            </a:r>
            <a:r>
              <a:rPr lang="en-US" sz="1100" dirty="0"/>
              <a:t>.</a:t>
            </a:r>
          </a:p>
          <a:p>
            <a:pPr algn="just"/>
            <a:r>
              <a:rPr lang="en-US" sz="1100" dirty="0"/>
              <a:t>Nunc </a:t>
            </a:r>
            <a:r>
              <a:rPr lang="en-US" sz="1100" dirty="0" err="1"/>
              <a:t>viverra</a:t>
            </a:r>
            <a:r>
              <a:rPr lang="en-US" sz="1100" dirty="0"/>
              <a:t> </a:t>
            </a:r>
            <a:r>
              <a:rPr lang="en-US" sz="1100" dirty="0" err="1"/>
              <a:t>imperdiet</a:t>
            </a:r>
            <a:r>
              <a:rPr lang="en-US" sz="1100" dirty="0"/>
              <a:t> </a:t>
            </a:r>
            <a:r>
              <a:rPr lang="en-US" sz="1100" dirty="0" err="1"/>
              <a:t>enim</a:t>
            </a:r>
            <a:r>
              <a:rPr lang="en-US" sz="1100" dirty="0"/>
              <a:t>. </a:t>
            </a:r>
            <a:r>
              <a:rPr lang="en-US" sz="1100" dirty="0" err="1"/>
              <a:t>Fusce</a:t>
            </a:r>
            <a:r>
              <a:rPr lang="en-US" sz="1100" dirty="0"/>
              <a:t> est. </a:t>
            </a:r>
            <a:r>
              <a:rPr lang="en-US" sz="1100" dirty="0" err="1"/>
              <a:t>Vivamus</a:t>
            </a:r>
            <a:r>
              <a:rPr lang="en-US" sz="1100" dirty="0"/>
              <a:t> a </a:t>
            </a:r>
            <a:r>
              <a:rPr lang="en-US" sz="1100" dirty="0" err="1"/>
              <a:t>tellus</a:t>
            </a:r>
            <a:r>
              <a:rPr lang="en-US" sz="1100" dirty="0"/>
              <a:t>.</a:t>
            </a:r>
          </a:p>
          <a:p>
            <a:pPr algn="just"/>
            <a:r>
              <a:rPr lang="en-US" sz="1100" dirty="0" err="1"/>
              <a:t>Pellentesque</a:t>
            </a:r>
            <a:r>
              <a:rPr lang="en-US" sz="1100" dirty="0"/>
              <a:t> habitant </a:t>
            </a:r>
            <a:r>
              <a:rPr lang="en-US" sz="1100" dirty="0" err="1"/>
              <a:t>morbi</a:t>
            </a:r>
            <a:r>
              <a:rPr lang="en-US" sz="1100" dirty="0"/>
              <a:t> </a:t>
            </a:r>
            <a:r>
              <a:rPr lang="en-US" sz="1100" dirty="0" err="1"/>
              <a:t>tristique</a:t>
            </a:r>
            <a:r>
              <a:rPr lang="en-US" sz="1100" dirty="0"/>
              <a:t> </a:t>
            </a:r>
            <a:r>
              <a:rPr lang="en-US" sz="1100" dirty="0" err="1"/>
              <a:t>senectus</a:t>
            </a:r>
            <a:r>
              <a:rPr lang="en-US" sz="1100" dirty="0"/>
              <a:t> et </a:t>
            </a:r>
            <a:r>
              <a:rPr lang="en-US" sz="1100" dirty="0" err="1"/>
              <a:t>netus</a:t>
            </a:r>
            <a:r>
              <a:rPr lang="en-US" sz="1100" dirty="0"/>
              <a:t> et </a:t>
            </a:r>
            <a:r>
              <a:rPr lang="en-US" sz="1100" dirty="0" err="1"/>
              <a:t>malesuada</a:t>
            </a:r>
            <a:r>
              <a:rPr lang="en-US" sz="1100" dirty="0"/>
              <a:t> fames ac </a:t>
            </a:r>
            <a:r>
              <a:rPr lang="en-US" sz="1100" dirty="0" err="1"/>
              <a:t>turpis</a:t>
            </a:r>
            <a:r>
              <a:rPr lang="en-US" sz="1100" dirty="0"/>
              <a:t> </a:t>
            </a:r>
            <a:r>
              <a:rPr lang="en-US" sz="1100" dirty="0" err="1"/>
              <a:t>egestas</a:t>
            </a:r>
            <a:r>
              <a:rPr lang="en-US" sz="1100" dirty="0"/>
              <a:t>. Proin pharetra </a:t>
            </a:r>
            <a:r>
              <a:rPr lang="en-US" sz="1100" dirty="0" err="1"/>
              <a:t>nonummy</a:t>
            </a:r>
            <a:r>
              <a:rPr lang="en-US" sz="1100" dirty="0"/>
              <a:t> </a:t>
            </a:r>
            <a:r>
              <a:rPr lang="en-US" sz="1100" dirty="0" err="1"/>
              <a:t>pede</a:t>
            </a:r>
            <a:r>
              <a:rPr lang="en-US" sz="1100" dirty="0"/>
              <a:t>. </a:t>
            </a:r>
            <a:r>
              <a:rPr lang="en-US" sz="1100" dirty="0" err="1"/>
              <a:t>Mauris</a:t>
            </a:r>
            <a:r>
              <a:rPr lang="en-US" sz="1100" dirty="0"/>
              <a:t> et </a:t>
            </a:r>
            <a:r>
              <a:rPr lang="en-US" sz="1100" dirty="0" err="1"/>
              <a:t>orci</a:t>
            </a:r>
            <a:r>
              <a:rPr lang="en-US" sz="1100" dirty="0"/>
              <a:t>.</a:t>
            </a:r>
          </a:p>
          <a:p>
            <a:pPr algn="just"/>
            <a:r>
              <a:rPr lang="en-US" sz="1100" dirty="0"/>
              <a:t>Aenean </a:t>
            </a:r>
            <a:r>
              <a:rPr lang="en-US" sz="1100" dirty="0" err="1"/>
              <a:t>nec</a:t>
            </a:r>
            <a:r>
              <a:rPr lang="en-US" sz="1100" dirty="0"/>
              <a:t> lorem. In </a:t>
            </a:r>
            <a:r>
              <a:rPr lang="en-US" sz="1100" dirty="0" err="1"/>
              <a:t>porttitor</a:t>
            </a:r>
            <a:r>
              <a:rPr lang="en-US" sz="1100" dirty="0"/>
              <a:t>. Donec </a:t>
            </a:r>
            <a:r>
              <a:rPr lang="en-US" sz="1100" dirty="0" err="1"/>
              <a:t>laoreet</a:t>
            </a:r>
            <a:r>
              <a:rPr lang="en-US" sz="1100" dirty="0"/>
              <a:t> </a:t>
            </a:r>
            <a:r>
              <a:rPr lang="en-US" sz="1100" dirty="0" err="1"/>
              <a:t>nonummy</a:t>
            </a:r>
            <a:r>
              <a:rPr lang="en-US" sz="1100" dirty="0"/>
              <a:t> </a:t>
            </a:r>
            <a:r>
              <a:rPr lang="en-US" sz="1100" dirty="0" err="1"/>
              <a:t>augue</a:t>
            </a:r>
            <a:r>
              <a:rPr lang="en-US" sz="1100" dirty="0"/>
              <a:t>.</a:t>
            </a:r>
          </a:p>
          <a:p>
            <a:pPr algn="just"/>
            <a:r>
              <a:rPr lang="en-US" sz="1100" dirty="0" err="1"/>
              <a:t>Suspendisse</a:t>
            </a:r>
            <a:r>
              <a:rPr lang="en-US" sz="1100" dirty="0"/>
              <a:t> dui </a:t>
            </a:r>
            <a:r>
              <a:rPr lang="en-US" sz="1100" dirty="0" err="1"/>
              <a:t>purus</a:t>
            </a:r>
            <a:r>
              <a:rPr lang="en-US" sz="1100" dirty="0"/>
              <a:t>, </a:t>
            </a:r>
            <a:r>
              <a:rPr lang="en-US" sz="1100" dirty="0" err="1"/>
              <a:t>scelerisque</a:t>
            </a:r>
            <a:r>
              <a:rPr lang="en-US" sz="1100" dirty="0"/>
              <a:t> at, </a:t>
            </a:r>
            <a:r>
              <a:rPr lang="en-US" sz="1100" dirty="0" err="1"/>
              <a:t>vulputate</a:t>
            </a:r>
            <a:r>
              <a:rPr lang="en-US" sz="1100" dirty="0"/>
              <a:t> vitae, </a:t>
            </a:r>
            <a:r>
              <a:rPr lang="en-US" sz="1100" dirty="0" err="1"/>
              <a:t>pretium</a:t>
            </a:r>
            <a:r>
              <a:rPr lang="en-US" sz="1100" dirty="0"/>
              <a:t> </a:t>
            </a:r>
            <a:r>
              <a:rPr lang="en-US" sz="1100" dirty="0" err="1"/>
              <a:t>mattis</a:t>
            </a:r>
            <a:r>
              <a:rPr lang="en-US" sz="1100" dirty="0"/>
              <a:t>, </a:t>
            </a:r>
            <a:r>
              <a:rPr lang="en-US" sz="1100" dirty="0" err="1"/>
              <a:t>nunc</a:t>
            </a:r>
            <a:r>
              <a:rPr lang="en-US" sz="1100" dirty="0"/>
              <a:t>. </a:t>
            </a:r>
            <a:r>
              <a:rPr lang="en-US" sz="1100" dirty="0" err="1"/>
              <a:t>Mauris</a:t>
            </a:r>
            <a:r>
              <a:rPr lang="en-US" sz="1100" dirty="0"/>
              <a:t> </a:t>
            </a:r>
            <a:r>
              <a:rPr lang="en-US" sz="1100" dirty="0" err="1"/>
              <a:t>eget</a:t>
            </a:r>
            <a:r>
              <a:rPr lang="en-US" sz="1100" dirty="0"/>
              <a:t> </a:t>
            </a:r>
            <a:r>
              <a:rPr lang="en-US" sz="1100" dirty="0" err="1"/>
              <a:t>neque</a:t>
            </a:r>
            <a:r>
              <a:rPr lang="en-US" sz="1100" dirty="0"/>
              <a:t> at </a:t>
            </a:r>
            <a:r>
              <a:rPr lang="en-US" sz="1100" dirty="0" err="1"/>
              <a:t>sem</a:t>
            </a:r>
            <a:r>
              <a:rPr lang="en-US" sz="1100" dirty="0"/>
              <a:t> </a:t>
            </a:r>
            <a:r>
              <a:rPr lang="en-US" sz="1100" dirty="0" err="1"/>
              <a:t>venenatis</a:t>
            </a:r>
            <a:r>
              <a:rPr lang="en-US" sz="1100" dirty="0"/>
              <a:t> </a:t>
            </a:r>
            <a:r>
              <a:rPr lang="en-US" sz="1100" dirty="0" err="1"/>
              <a:t>eleifend</a:t>
            </a:r>
            <a:r>
              <a:rPr lang="en-US" sz="1100" dirty="0"/>
              <a:t>. Ut </a:t>
            </a:r>
            <a:r>
              <a:rPr lang="en-US" sz="1100" dirty="0" err="1"/>
              <a:t>nonummy</a:t>
            </a:r>
            <a:r>
              <a:rPr lang="en-US" sz="1100" dirty="0"/>
              <a:t>.</a:t>
            </a:r>
          </a:p>
          <a:p>
            <a:pPr algn="just"/>
            <a:endParaRPr lang="es-CO" sz="11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F26C76-95FF-BA61-4881-46E739F37A4E}"/>
              </a:ext>
            </a:extLst>
          </p:cNvPr>
          <p:cNvSpPr txBox="1"/>
          <p:nvPr/>
        </p:nvSpPr>
        <p:spPr>
          <a:xfrm>
            <a:off x="7318607" y="717276"/>
            <a:ext cx="125372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  <a:p>
            <a:pPr algn="ctr"/>
            <a:r>
              <a:rPr lang="es-MX" dirty="0"/>
              <a:t>Foto estudiante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90882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160</Words>
  <Application>Microsoft Office PowerPoint</Application>
  <PresentationFormat>On-screen Show (4:3)</PresentationFormat>
  <Paragraphs>22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Samira Santana Sarmiento</dc:creator>
  <cp:lastModifiedBy>Lucy Esther Garcia Ramos</cp:lastModifiedBy>
  <cp:revision>63</cp:revision>
  <dcterms:created xsi:type="dcterms:W3CDTF">2017-05-26T19:55:29Z</dcterms:created>
  <dcterms:modified xsi:type="dcterms:W3CDTF">2026-04-16T17:50:13Z</dcterms:modified>
</cp:coreProperties>
</file>